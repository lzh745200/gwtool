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v1.19.0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 军队公文格式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1745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军队机关公文格式默认模板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军队公文文种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对应《军队机关公文处理工作条例》第八条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jieba，119.8 万字公版语料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功能全景：六大能力域，30+ 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军队公文格式体检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引文/数字/一致性/文风 · 对比 · 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 · 材料来源清单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资料与台账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FTS 检索 · 历史快照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 · 收文全流程 · 时限督办 · 归档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安全与运维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 · 便携模式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诊断日志 · 数据库维护 · 一键诊断包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 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38400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张业务表 + 4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v7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数据层：16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v7）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7712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78224" y="21031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031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1259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67712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078224" y="251460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51460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5374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67712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78224" y="292608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292608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294894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37" name="Text 35"/>
          <p:cNvSpPr/>
          <p:nvPr/>
        </p:nvSpPr>
        <p:spPr>
          <a:xfrm>
            <a:off x="530352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67712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0" name="Text 38"/>
          <p:cNvSpPr/>
          <p:nvPr/>
        </p:nvSpPr>
        <p:spPr>
          <a:xfrm>
            <a:off x="2340864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2359152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dispatch_register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078224" y="333756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3" name="Text 41"/>
          <p:cNvSpPr/>
          <p:nvPr/>
        </p:nvSpPr>
        <p:spPr>
          <a:xfrm>
            <a:off x="4151376" y="333756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169664" y="336042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receive_register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6" name="Text 44"/>
          <p:cNvSpPr/>
          <p:nvPr/>
        </p:nvSpPr>
        <p:spPr>
          <a:xfrm>
            <a:off x="530352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48640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wordlist_sources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词表来源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67712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49" name="Text 47"/>
          <p:cNvSpPr/>
          <p:nvPr/>
        </p:nvSpPr>
        <p:spPr>
          <a:xfrm>
            <a:off x="2340864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359152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fts_index_state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索引状态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078224" y="374904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52" name="Text 50"/>
          <p:cNvSpPr/>
          <p:nvPr/>
        </p:nvSpPr>
        <p:spPr>
          <a:xfrm>
            <a:off x="4151376" y="374904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4169664" y="377190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paragraphs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段落派生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4160520"/>
            <a:ext cx="1682496" cy="365760"/>
          </a:xfrm>
          <a:prstGeom prst="roundRect">
            <a:avLst>
              <a:gd name="adj" fmla="val 15000"/>
            </a:avLst>
          </a:prstGeom>
          <a:solidFill>
            <a:srgbClr val="F8F4EE"/>
          </a:solidFill>
          <a:ln/>
        </p:spPr>
      </p:sp>
      <p:sp>
        <p:nvSpPr>
          <p:cNvPr id="55" name="Text 53"/>
          <p:cNvSpPr/>
          <p:nvPr/>
        </p:nvSpPr>
        <p:spPr>
          <a:xfrm>
            <a:off x="530352" y="4160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548640" y="418338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user_skeletons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派生骨架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" y="461772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 / paragraphs_fts（jieba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1" name="Text 59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3" name="Text 61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5" name="Text 63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7" name="Text 65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69" name="Text 67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71" name="Text 69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FTS5，119.8 万字公版语料秒回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种军队机关公文文种骨架，填要素即成稿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新建公文：12 种军队机关公文文种骨架全覆盖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指示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段落参考：从“找一篇”到“找那一段”，再借它的骨架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段落选取 · 引用定位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命中到“某篇第几段”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多选累积成「参考清单」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溯源：文档 + 段序号 +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正文偏移 + 段落指纹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双击跳回原文并高亮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9319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434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内容对齐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参考清单 ↔ 当前草稿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并排比对「结构」与角色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报出：缺失 / 多余 /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章节顺序颠倒 / 序号跳号重复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（只提示，不改你的稿）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18120" y="3090672"/>
            <a:ext cx="36576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229600" y="1719072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1828800"/>
            <a:ext cx="302666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骨架生成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抽取单位名·事项名·日期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时限·数量·引用公文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你填槽位 → 拼成新稿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只复用结构，不编造内容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未填槽位保留占位符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645152"/>
            <a:ext cx="11247120" cy="786384"/>
          </a:xfrm>
          <a:prstGeom prst="roundRect">
            <a:avLst>
              <a:gd name="adj" fmla="val 9302"/>
            </a:avLst>
          </a:prstGeom>
          <a:solidFill>
            <a:srgbClr val="1F191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645152"/>
            <a:ext cx="10735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边界（刻意不做）：</a:t>
            </a:r>
            <a:pPr indent="0" marL="0"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不引入大模型、不联网、不自动改写语义、不替你决定写什么。段落索引是「派生数据」——删掉、重建、损坏都不影响任何既有功能。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右侧「写作参考」切到「段落」，搜关键词 → 选段「加入参考清单」→ 点「内容对齐…」看结构差在哪，或点「生成草稿…」借骨架填自己的内容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纠错引擎：四级流水线 + 可选 L4/L5 神经增强包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首字桶索引 + 最长优先；机构沿革提示级 0.7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127248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28416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11296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同一个词，语境不同结论不同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199632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82512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语法与表达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L2.5：词表法够不着的错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涉及(到)→涉及 · 加大力度 · 关联词呼应 · 成对标点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869680" y="2971800"/>
            <a:ext cx="1828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070848" y="182880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53728" y="201168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第四级 · 标点数字规则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规范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 · 汉字年份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1" name="Text 19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7" name="Text 25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0" name="Text 28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默认模板：军队机关公文格式开箱即用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密级标注（绝密·核心 / 绝密 / 机密 / 秘密）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军队公文格式体检：编号链条到字体行距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1745 项测试 + 50 步端到端自检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约 2900 用例 + 55 步端到端自检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质量保障：1745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1745 用例 · 78 个测试文件 · ruff 门槛 E9+F+FA100/FA102+B+PLW2901（拦“忘导入即崩溃”“py39 注解崩”“未用符号回归”）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119.8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50 项全流程，逐项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v1.6.0 新增：把公文管理的另一半补齐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收文登记台账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签收 → 拟办 → 批办 → 承办 → 办结 → 归档 全流程登记：来文机关、来文字号、拟办意见、领导批示、承办部门与办理时限全要素；可按机关/文种/状态/年度组合筛选并统计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办理时限督办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填了“应办结日期”的件自动纳入督办：启动时扫描已逾期与 2 日内到期的，状态栏常显角标、点开即见清单。刻意不做后台常驻轮询 —— 那会伤续航，而公文以“天”为粒度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归档与移交清单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已办结收文批量编档号、标注保管期限（永久/30年/10年），并生成可签字盖章随卷的《归档移交清单》。在办件不允许归档 —— 那会造成“卷内缺件”，比不归档更难收拾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导出（零新依赖）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台账、统计报表、体检整改清单均可导出 xlsx。xlsx 本质是 ZIP + XML，用标准库手写即可完成，不为此引入任何第三方依赖，安装包体积零增长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运维可诊断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运行期诊断日志（有界轮转、队列异步、不记正文）+ 启动库完整性自检（正常时完全静默）+ 一键碎片整理 + 诊断包（只含版本与计数，绝不含公文正文）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体检与移交增强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格式体检新增引文规范、数字用法、文内一致性、公文文风四类；汇编可附材料来源清单；资料可按分类/时段导出为移交包（含每份文档的 sha256 校验清单）</a:t>
            </a:r>
            <a:endParaRPr lang="en-US" sz="14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v1.7.0 新增：语法纠错、写作提示与第五轮深审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语法与表达规则层（L2.5）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补上词表法够不着的错：语义冗余（涉及到→涉及）、动宾搭配（加强力度→加大力度）、关联词呼应（只有……就→才）、成对标点未配对。每条规则都有正例命中 + 27 条负样本守门，正常公文语料零误报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01368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精标库扩容 · 消解修正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人工精标对扩到 370 条、检出率 100%：_dedupe 改为“精标长对优先”单向消解——此前“反应情况”会被短规则截胡的边角问题就此闭环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写作提示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按文种提示缺哪个要素、结构要不要分层、句长与空泛词体检。只给建议、绝不改动正文——模块内没有任何写正文的入口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383280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文种识别与灵感建议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“这篇更像哪个文种”：复用风格量化指纹做距离排序；按写作环节推荐可套用的公文句式，并检索本地资料库里的既有写法（全程离线）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第五轮质量深审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汇编材料标题按输入槽位对齐（坏文件只跳过自己那一坑）；来源清单不虚列出处；机构一致性覆盖“简称与全称”连写场景；无界面环境的字体探测不再崩溃进程——每条都先实测复现、再修复、再补回归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65192"/>
            <a:ext cx="491947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质量基线抬升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 1612 → 1745 项，端到端自检 45 → 50 项；数据层全生命周期探针 29 项全过；全部结论以“实测复现”为准绳记录在审查报告第五轮</a:t>
            </a:r>
            <a:endParaRPr lang="en-US" sz="14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规范依据与资料来源（逐项可溯）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18488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《军队机关公文处理工作条例》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383280" y="1618488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解放军报 2017-07-17 全文发布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2017-10-01 施行，废止 2005 年版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0" y="1618488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文种（12 种）· 格式要素（20 项）· 行文规则 · 起草语言要求（内容简洁、主题突出、观点鲜明、结构严谨、表述准确、文字精练）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11247120" cy="1024128"/>
          </a:xfrm>
          <a:prstGeom prst="roundRect">
            <a:avLst>
              <a:gd name="adj" fmla="val 53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6829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5100A-2017《军队机关公文格式》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2368296"/>
            <a:ext cx="29077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国家军用标准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2017 年发布，36 页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368296"/>
            <a:ext cx="50109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页面与字体字号：A4 · 天头 37mm · 订口 28mm · 版心 156mm×225mm · 每面 22 行×28 字；正文三号仿宋 · 标题二号小标宋 · 密级三号黑体 · 页码四号半角白体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19856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465576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求是网 · 文风建设系列文章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83280" y="3465576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《“改文风”不只是“改文字”》等 3 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0" y="3465576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文风检查依据：反对“长、空、假”，倡导“短、实、新”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169664"/>
            <a:ext cx="11247120" cy="676656"/>
          </a:xfrm>
          <a:prstGeom prst="roundRect">
            <a:avLst>
              <a:gd name="adj" fmla="val 810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215384"/>
            <a:ext cx="2633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中国军网 · 解放军报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421538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中国人民解放军官方军事新闻门户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4215384"/>
            <a:ext cx="50109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军队机关公文规范的发布渠道与权威来源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919472"/>
            <a:ext cx="11247120" cy="896112"/>
          </a:xfrm>
          <a:prstGeom prst="roundRect">
            <a:avLst>
              <a:gd name="adj" fmla="val 6122"/>
            </a:avLst>
          </a:prstGeom>
          <a:solidFill>
            <a:srgbClr val="F5EAE7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965192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文籍典册 wendian.dicomp.net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83280" y="4965192"/>
            <a:ext cx="2907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外部站点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92240" y="4965192"/>
            <a:ext cx="5010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核验为 JavaScript 单页应用，未取到与本文档主张对应的正文 —— 按约定标注“不适用”，不作引用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587044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字体字号说明：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GJB 5100A-2017 属内部标准、未公开发行，上表字体字号取自公开整理的对应条款；如与标准正式文本有出入，以正式文本为准。文籍典册经核验无对应正文，故不引用。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代码审查：五轮深审，每条结论都以实测为准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怎么审的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322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240280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alibaba/open-code-review（确定性流水线 + 规则集）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3081528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db / core / ui 全部源码，逐轮覆盖全部新增模块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922776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内置 11 大类：异常处理 / 边界情形 / 资源管理 / 并发 / 安全…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3232" y="48463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764024"/>
            <a:ext cx="4700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机检出候选后逐条写探针脚本**实测复现**，不凭推理下结论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诚实说明：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工具内置 LLM（deepseek）密钥余额为 0，故改用其官方 delegate 模式 —— 由工具出规则集，由本机 AI 完成推理与实测。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600200"/>
            <a:ext cx="5559552" cy="4480560"/>
          </a:xfrm>
          <a:prstGeom prst="roundRect">
            <a:avLst>
              <a:gd name="adj" fmla="val 1633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审出了什么（五轮累计）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2677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审查轮次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235440" y="22677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28232" y="2743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 · 已修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3544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28232" y="32186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死代码 / 一致性清理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35440" y="32186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428232" y="36941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 · 实测剔除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235440" y="369417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20+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28232" y="41696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回归测试护栏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235440" y="41696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2900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428232" y="4709160"/>
            <a:ext cx="502920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缺陷的共同特征：失败被吞掉，代码却仍做出“成功”的承诺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28232" y="5340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665976" y="525780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诊断包与日志确保不含公文正文（原 redact 护栏形同虚设）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28232" y="5843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665976" y="57607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可见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恢复失败/降级如实点名，不再一律说“成功”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v1.15 增强：封面、目录、页码、字体、A4+A3 一次到位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2585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默认生成，单位/汇编名/副标题/日期；要素全空不出页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6916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8562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目录与页码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2585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封面/目录不编号，正文从 —1— 连续；目录页码=正文实际页码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字体分层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标题小标宋 22pt；一、黑体 16；（）楷体 16；1. 仿宋加粗 16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329184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/ A3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385876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A4 595×842pt；A3 骑马钉 1190×842pt，补页到 4 的倍数、页序自动排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50749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验收矩阵：5 类输入 × DOCX/A4/A3，PASS 124 / FAIL 0 / SKIP 16（离线 DOCX 目录域、缺字体项均带原因）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v1.16 写作参考库：公版/开放授权语料的检索—对照—仿写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 篇</a:t>
            </a:r>
            <a:pPr indent="0" marL="0">
              <a:buNone/>
            </a:pPr>
            <a:r>
              <a:rPr lang="en-US" sz="14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119.8 万汉字 / 6.08 万句结构化标注 / 354 条模板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56032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政府公开文件 35 篇 + 公版古籍 620 篇（MIT 数据集，原文公有领域）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333756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按 论点/论据/过渡/结尾/模板 筛；显示来源、规则、置信度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97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411480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仿写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一键插入正文（可撤销）、复制到剪贴板；只读离线，不写资料库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974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892040"/>
            <a:ext cx="11036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规则式标注，模板须人工复核；不联网、不引入模型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v1.17 校对可信度：让“改得准”可度量、可撤销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739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6916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三级门控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错误（自动写回）/ 待确认（同句第 3 处起、低置信）/ 提示（数字、机构、生成层）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6060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受保护片段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引号引文、书名号、URL、代码、数字+单位：只提示不自动改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6027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5204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最小修改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同句自动修改 ≤2 处；提示类绝不自动替换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5171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4434840"/>
            <a:ext cx="6528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评测门禁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E7 配对精确率 F0.5=100%，正确形零自动改；E3a 0.00 处/万字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498080" y="1691640"/>
            <a:ext cx="4206240" cy="3840480"/>
          </a:xfrm>
          <a:prstGeom prst="roundRect">
            <a:avLst>
              <a:gd name="adj" fmla="val 1905"/>
            </a:avLst>
          </a:prstGeom>
          <a:solidFill>
            <a:srgbClr val="1F1917"/>
          </a:solidFill>
          <a:ln/>
        </p:spPr>
      </p:sp>
      <p:sp>
        <p:nvSpPr>
          <p:cNvPr id="17" name="Text 15"/>
          <p:cNvSpPr/>
          <p:nvPr/>
        </p:nvSpPr>
        <p:spPr>
          <a:xfrm>
            <a:off x="772668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26680" y="23317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列表按级别着色：错误 / 待确认 / 提示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72668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显示理由、类别、置信度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26680" y="364845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「接受此类」仅批量错误级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726680" y="430682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「撤销上次」单步恢复，换文档清空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v1.19.0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open-code-review审查报告.md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全项目代码审查：范围、逐条真伪甄别、修复与验证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2026-10-27T09:14:37Z</dcterms:created>
  <dcterms:modified xsi:type="dcterms:W3CDTF">2026-10-27T09:14:37Z</dcterms:modified>
</cp:coreProperties>
</file>