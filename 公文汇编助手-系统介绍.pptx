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v1.5.2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465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465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法定文种骨架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对应《公文处理工作条例》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87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jieba，20 万字语料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功能全景：六大能力域，24 个功能模块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GB/T 9704 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相似查重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骑马订小册子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资料管理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· FTS 全文检索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 30 版 · 排版微调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安全保障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退出/定时自动备份 · 便携模式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8900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张业务表 + 3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v2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数据层：9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v2）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67712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078224" y="2176272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76272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2174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267712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2834640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834640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875788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267712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78224" y="3493008"/>
            <a:ext cx="1682496" cy="530352"/>
          </a:xfrm>
          <a:prstGeom prst="roundRect">
            <a:avLst>
              <a:gd name="adj" fmla="val 10345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3493008"/>
            <a:ext cx="15361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3534156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431596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0" name="Text 38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2" name="Text 40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4" name="Text 42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6" name="Text 44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8" name="Text 46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0" name="Text 48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FTS5，20 万字语料秒回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新建公文：15 种法定文种骨架全覆盖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命令（令）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57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议案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43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601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29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纠错引擎：三级流水线 + 可选 L4/L5 神经增强包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6656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万条错别字/混淆对，首字桶索引 + 最长优先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内置精标 + 程序生成 + 用户自定义 + 机构沿革（提示级 0.7）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44568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64024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同一个词，不同语境不同结论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月底”改“截至”；火山爆发 / 山洪暴发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10728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631936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51392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标点数字规则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数字与标点规范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破折号“——” · 汉字年份 · 概数顿号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18" name="Text 16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4" name="Text 22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27" name="Text 25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默认模板：GB/T 9704-2012 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密级标注（秘密★1年）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465 项测试 + 18 步端到端自检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465 用例 + 18 步端到端自检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质量保障：465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465 用例 · 32 个测试文件 · 每次提交 ruff E9+F821 静态门槛（拦截“忘导入即崩溃”）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18 大流程，逐项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v1.5.2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scripts/e2e_check.py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步端到端自检，部署后一键验货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2026-09-13T09:28:33Z</dcterms:created>
  <dcterms:modified xsi:type="dcterms:W3CDTF">2026-09-13T09:28:33Z</dcterms:modified>
</cp:coreProperties>
</file>