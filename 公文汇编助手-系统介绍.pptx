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v1.6.0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 军队公文格式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1127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1118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军队机关公文格式默认模板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军队公文文种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对应《军队机关公文处理工作条例》第八条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1118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jieba，20 万字语料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功能全景：六大能力域，32 个功能模块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军队公文格式体检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引文/数字/一致性/文风 · 对比 · 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 · 材料来源清单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资料与台账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FTS 检索 · 历史快照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 · 收文全流程 · 时限督办 · 归档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安全与运维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 · 便携模式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诊断日志 · 数据库维护 · 一键诊断包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个功能模块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20600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张业务表 + 3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v4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数据层：12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v4）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0312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135124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67712" y="2103120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0312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135124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078224" y="2103120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0312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135124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33472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63347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66547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67712" y="2633472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63347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66547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78224" y="2633472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63347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66547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163824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316382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3195828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267712" y="3163824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316382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3195828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078224" y="3163824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316382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3195828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3694176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37" name="Text 35"/>
          <p:cNvSpPr/>
          <p:nvPr/>
        </p:nvSpPr>
        <p:spPr>
          <a:xfrm>
            <a:off x="530352" y="369417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37261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267712" y="3694176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40" name="Text 38"/>
          <p:cNvSpPr/>
          <p:nvPr/>
        </p:nvSpPr>
        <p:spPr>
          <a:xfrm>
            <a:off x="2340864" y="369417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2359152" y="37261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dispatch_register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078224" y="3694176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43" name="Text 41"/>
          <p:cNvSpPr/>
          <p:nvPr/>
        </p:nvSpPr>
        <p:spPr>
          <a:xfrm>
            <a:off x="4151376" y="369417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169664" y="37261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receive_register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431596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9" name="Text 47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1" name="Text 49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3" name="Text 51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5" name="Text 53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7" name="Text 55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9" name="Text 57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FTS5，20 万字语料秒回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新建公文：12 种军队机关公文文种骨架全覆盖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纠错引擎：三级流水线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6656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万条错别字/混淆对，首字桶索引 + 最长优先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内置精标 + 程序生成 + 用户自定义 + 机构沿革（提示级 0.7）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44568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同一个词，不同语境不同结论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月底”改“截至”；火山爆发 / 山洪暴发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10728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31936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51392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标点数字规则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数字与标点规范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破折号“——” · 汉字年份 · 概数顿号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18" name="Text 16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4" name="Text 22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27" name="Text 25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默认模板：军队机关公文格式开箱即用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密级标注（绝密·核心 / 绝密 / 机密 / 秘密）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1118 项测试 + 20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1118 用例 + 20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质量保障：1127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1127 用例 · 62 个测试文件 · ruff 门槛 E9+F+FA100/FA102+B+PLW2901（拦“忘导入即崩溃”“py39 注解崩”“未用符号回归”）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20 大流程，逐项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v1.6.0 新增：把公文管理的另一半补齐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收文登记台账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 → 拟办 → 批办 → 承办 → 办结 → 归档 全流程登记：来文机关、来文字号、拟办意见、领导批示、承办部门与办理时限全要素；可按机关/文种/状态/年度组合筛选并统计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办理时限督办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填了“应办结日期”的件自动纳入督办：启动时扫描已逾期与 2 日内到期的，状态栏常显角标、点开即见清单。刻意不做后台常驻轮询 —— 那会伤续航，而公文以“天”为粒度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归档与移交清单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已办结收文批量编档号、标注保管期限（永久/30年/10年），并生成可签字盖章随卷的《归档移交清单》。在办件不允许归档 —— 那会造成“卷内缺件”，比不归档更难收拾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导出（零新依赖）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台账、统计报表、体检整改清单均可导出 xlsx。xlsx 本质是 ZIP + XML，用标准库手写即可完成，不为此引入任何第三方依赖，安装包体积零增长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运维可诊断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运行期诊断日志（有界轮转、队列异步、不记正文）+ 启动库完整性自检（正常时完全静默）+ 一键碎片整理 + 诊断包（只含版本与计数，绝不含公文正文）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体检与移交增强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格式体检新增引文规范、数字用法、文内一致性、公文文风四类；汇编可附材料来源清单；资料可按分类/时段导出为移交包（含每份文档的 sha256 校验清单）</a:t>
            </a:r>
            <a:endParaRPr lang="en-US" sz="14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规范依据与资料来源（逐项可溯）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18488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《军队机关公文处理工作条例》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83280" y="1618488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解放军报 2017-07-17 全文发布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2017-10-01 施行，废止 2005 年版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0" y="1618488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文种（12 种）· 格式要素（20 项）· 行文规则 · 起草语言要求（内容简洁、主题突出、观点鲜明、结构严谨、表述准确、文字精练）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11247120" cy="1024128"/>
          </a:xfrm>
          <a:prstGeom prst="roundRect">
            <a:avLst>
              <a:gd name="adj" fmla="val 53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6829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5100A-2017《军队机关公文格式》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2368296"/>
            <a:ext cx="2907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国家军用标准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 年发布，36 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368296"/>
            <a:ext cx="50109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页面与字体字号：A4 · 天头 37mm · 订口 28mm · 版心 156mm×225mm · 每面 22 行×28 字；正文三号仿宋 · 标题二号小标宋 · 密级三号黑体 · 页码四号半角白体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19856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465576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求是网 · 文风建设系列文章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83280" y="3465576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《“改文风”不只是“改文字”》等 3 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3465576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文风检查依据：反对“长、空、假”，倡导“短、实、新”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169664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215384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中国军网 · 解放军报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421538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中国人民解放军官方军事新闻门户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4215384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军队机关公文规范的发布渠道与权威来源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919472"/>
            <a:ext cx="11247120" cy="896112"/>
          </a:xfrm>
          <a:prstGeom prst="roundRect">
            <a:avLst>
              <a:gd name="adj" fmla="val 6122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965192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文籍典册 wendian.dicomp.net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83280" y="4965192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外部站点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0" y="4965192"/>
            <a:ext cx="5010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核验为 JavaScript 单页应用，未取到与本文档主张对应的正文 —— 按约定标注“不适用”，不作引用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字体字号说明：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 属内部标准、未公开发行，上表字体字号取自公开整理的对应条款；如与标准正式文本有出入，以正式文本为准。文籍典册经核验无对应正文，故不引用。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代码审查：请一把外部尺子，把 39,358 行逐一过筛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怎么审的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322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240280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alibaba/open-code-review（混合架构：确定性流水线 + LLM）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3081528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161 个文件 / 39,358 行（产品码 76 个模块优先）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922776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内置 11 大类：异常处理 / 边界情形 / 资源管理 / 并发 / 安全…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" y="48463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764024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先机检全量候选，再逐条读上下文判真伪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工具内置 LLM（deepseek）密钥余额为 0，故改用其官方 delegate 模式 —— 由工具出规则集，由本机 AI 完成推理。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600200"/>
            <a:ext cx="5559552" cy="4480560"/>
          </a:xfrm>
          <a:prstGeom prst="roundRect">
            <a:avLst>
              <a:gd name="adj" fmla="val 1633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审出了什么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2677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原始候选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23544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2368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28232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生产代码候选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3544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28232" y="32186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 · 已修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35440" y="3218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428232" y="36941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合理降级 · 不动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235440" y="369417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28232" y="41696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 · 剔除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3544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28232" y="4709160"/>
            <a:ext cx="502920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缺陷的共同特征：失败被吞掉，代码却仍做出“成功”的承诺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28232" y="5340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665976" y="52578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诊断包与日志确保不含公文正文（原 redact 护栏形同虚设）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28232" y="5843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665976" y="57607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恢复失败/降级如实点名，不再一律说“成功”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v1.6.0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open-code-review审查报告.md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全项目代码审查：范围、逐条真伪甄别、修复与验证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2026-09-21T11:30:57Z</dcterms:created>
  <dcterms:modified xsi:type="dcterms:W3CDTF">2026-09-21T11:30:57Z</dcterms:modified>
</cp:coreProperties>
</file>