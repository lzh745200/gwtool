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v1.2.0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种文档格式 · OCR 回退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87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17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法定文种骨架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对应《公文处理工作条例》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7 种 + 图片 4 类（OCR）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jieba，20 万字语料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功能全景：六大能力域，17 个功能模块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GB/T 9704 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相似查重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骑马订小册子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资料管理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· FTS 全文检索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 30 版 · 排版微调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安全保障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退出/定时自动备份 · 便携模式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个功能模块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8900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六格式解析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张业务表 + 3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v2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数据层：9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v2）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67712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078224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267712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267712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78224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431596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0" name="Text 38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2" name="Text 40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4" name="Text 42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6" name="Text 44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8" name="Text 46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0" name="Text 48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FTS5，20 万字语料秒回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格式解析全部本地完成，扫描件可选 OCR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一站式导入：7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078992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700784" y="1783080"/>
            <a:ext cx="1078992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773936" y="178308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44368" y="1783080"/>
            <a:ext cx="1078992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3017520" y="178308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87952" y="1783080"/>
            <a:ext cx="1078992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4261104" y="178308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31536" y="1783080"/>
            <a:ext cx="1078992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5504688" y="178308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783080"/>
            <a:ext cx="1078992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748272" y="178308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18704" y="1783080"/>
            <a:ext cx="1078992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991856" y="1783080"/>
            <a:ext cx="932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62288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7 种格式直读（markdown / htm 等同族扩展名均支持）　·　图片 4 类走 OCR（Tesseract 5 + chi_sim，可选功能）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无文字层且缺 OCR 中文包时，返回可操作的安装指引而非静默空白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新建公文：15 种法定文种骨架全覆盖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命令（令）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57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议案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43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601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29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纠错引擎：三级流水线，像老编辑一样过稿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6656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万条错别字/混淆对，首字桶索引 + 最长优先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内置精标 + 程序生成 + 用户自定义 + 机构沿革（提示级 0.7）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44568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64024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同一个词，不同语境不同结论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月底”改“截至”；火山爆发 / 山洪暴发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10728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631936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51392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标点数字规则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数字与标点规范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破折号“——” · 汉字年份 · 概数顿号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18" name="Text 16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4" name="Text 22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27" name="Text 25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默认模板：GB/T 9704-2012 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密级标注（秘密★1年）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类安装包自动构建，GitHub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 项测试 + 端到端自检脚本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目录版 dist\gwtool\gwtool.exe（启动 ≤5 秒）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便携版 zip：免安装压缩包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安装包（无需管理员权限）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makeself 自解压 .run 安装包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 wheels：有网机预下载，内网纯离线装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spec，四类产物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19656" y="3474720"/>
            <a:ext cx="854964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19656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85616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目录版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gwtool.exe 启动最快，配便携 zip 分发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690872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28416" y="365760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3785616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· lzma2 固实压缩 · 装完可启动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62088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99632" y="365760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3785616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desktop 文件，声明 Qt 运行库依赖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0433304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70848" y="365760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3728" y="3785616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ARM64 tar.gz / .run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 root 解压即用；makeself 自解压安装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安装引导在安装包初始化时弹窗提示。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tag，四类安装包自动发布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87 用例（offscreen + 300s 超时）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 zip +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apt 装 Qt offscreen 运行库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dpkg-deb 组装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声明依赖，推荐 tesseract 中文包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4 类安装包 + 自动 Release Notes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标题“公文汇编助手 v TAG”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质量保障：87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487805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441317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test_p2p3_features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87805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441317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test_parsers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217295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170807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test_p1_features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217295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170807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test_data_search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082040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035552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test_compile_pdf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811530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3765042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test_ui_guard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676275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3629787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test_app_smoke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541020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3494532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87 用例 · 每次提交 ruff E9+F821 静态门槛（拦截“忘导入即崩溃”）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9 大流程，逐项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v1.2.0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scripts/e2e_check.py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步端到端自检，部署后一键验货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2026-08-31T00:15:48Z</dcterms:created>
  <dcterms:modified xsi:type="dcterms:W3CDTF">2026-08-31T00:15:48Z</dcterms:modified>
</cp:coreProperties>
</file>